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338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FAMILIAR MOMENT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7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7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cookie banner interrupts your checkout. You tap Accept without reading, because everyone does, because it was built that way.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21579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what that single tap actually sets in motion: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2572436" cy="3063240"/>
          </a:xfrm>
          <a:prstGeom prst="roundRect">
            <a:avLst>
              <a:gd name="adj" fmla="val 3555"/>
            </a:avLst>
          </a:prstGeom>
          <a:solidFill>
            <a:srgbClr val="16294A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788920"/>
            <a:ext cx="274320" cy="27432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23962" y="32461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F3A63"/>
          </a:solidFill>
          <a:ln/>
        </p:spPr>
      </p:sp>
      <p:pic>
        <p:nvPicPr>
          <p:cNvPr id="10" name="Image 0" descr="icon_check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7114" y="331927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3831336"/>
            <a:ext cx="2206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7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accept in seconds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0080" y="4434840"/>
            <a:ext cx="22066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 of people click Agree without reading a word. </a:t>
            </a:r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6C8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(Deloitte survey)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069138" y="4009644"/>
            <a:ext cx="250180" cy="256032"/>
          </a:xfrm>
          <a:prstGeom prst="chevron">
            <a:avLst/>
          </a:prstGeom>
          <a:solidFill>
            <a:srgbClr val="F5B942"/>
          </a:solidFill>
          <a:ln/>
        </p:spPr>
      </p:sp>
      <p:sp>
        <p:nvSpPr>
          <p:cNvPr id="14" name="Shape 11"/>
          <p:cNvSpPr/>
          <p:nvPr/>
        </p:nvSpPr>
        <p:spPr>
          <a:xfrm>
            <a:off x="3358820" y="2606040"/>
            <a:ext cx="2572436" cy="3063240"/>
          </a:xfrm>
          <a:prstGeom prst="roundRect">
            <a:avLst>
              <a:gd name="adj" fmla="val 3555"/>
            </a:avLst>
          </a:prstGeom>
          <a:solidFill>
            <a:srgbClr val="16294A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41700" y="2788920"/>
            <a:ext cx="274320" cy="27432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6" name="Text 13"/>
          <p:cNvSpPr/>
          <p:nvPr/>
        </p:nvSpPr>
        <p:spPr>
          <a:xfrm>
            <a:off x="354170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425582" y="32461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F3A63"/>
          </a:solidFill>
          <a:ln/>
        </p:spPr>
      </p:sp>
      <p:pic>
        <p:nvPicPr>
          <p:cNvPr id="18" name="Image 1" descr="icon_findin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734" y="3319272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41700" y="3831336"/>
            <a:ext cx="2206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7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policy was never meant to be read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3541700" y="4434840"/>
            <a:ext cx="22066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everything you agree to in a year would take 400+ hours. </a:t>
            </a:r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6C8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(2021 readability study)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970758" y="4009644"/>
            <a:ext cx="250180" cy="256032"/>
          </a:xfrm>
          <a:prstGeom prst="chevron">
            <a:avLst/>
          </a:prstGeom>
          <a:solidFill>
            <a:srgbClr val="F5B942"/>
          </a:solidFill>
          <a:ln/>
        </p:spPr>
      </p:sp>
      <p:sp>
        <p:nvSpPr>
          <p:cNvPr id="22" name="Shape 18"/>
          <p:cNvSpPr/>
          <p:nvPr/>
        </p:nvSpPr>
        <p:spPr>
          <a:xfrm>
            <a:off x="6260440" y="2606040"/>
            <a:ext cx="2572436" cy="3063240"/>
          </a:xfrm>
          <a:prstGeom prst="roundRect">
            <a:avLst>
              <a:gd name="adj" fmla="val 3555"/>
            </a:avLst>
          </a:prstGeom>
          <a:solidFill>
            <a:srgbClr val="16294A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43320" y="2788920"/>
            <a:ext cx="274320" cy="27432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24" name="Text 20"/>
          <p:cNvSpPr/>
          <p:nvPr/>
        </p:nvSpPr>
        <p:spPr>
          <a:xfrm>
            <a:off x="644332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327202" y="32461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F3A63"/>
          </a:solidFill>
          <a:ln/>
        </p:spPr>
      </p:sp>
      <p:pic>
        <p:nvPicPr>
          <p:cNvPr id="26" name="Image 2" descr="icon_senso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354" y="3319272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43320" y="3831336"/>
            <a:ext cx="2206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7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Trackers start watching immediately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6443320" y="4434840"/>
            <a:ext cx="22066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of pages share data with third parties the moment they load. </a:t>
            </a:r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6C8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(HTTP Archive, 2025)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8872377" y="4009644"/>
            <a:ext cx="250180" cy="256032"/>
          </a:xfrm>
          <a:prstGeom prst="chevron">
            <a:avLst/>
          </a:prstGeom>
          <a:solidFill>
            <a:srgbClr val="F5B942"/>
          </a:solidFill>
          <a:ln/>
        </p:spPr>
      </p:sp>
      <p:sp>
        <p:nvSpPr>
          <p:cNvPr id="30" name="Shape 25"/>
          <p:cNvSpPr/>
          <p:nvPr/>
        </p:nvSpPr>
        <p:spPr>
          <a:xfrm>
            <a:off x="9162059" y="2606040"/>
            <a:ext cx="2572436" cy="3063240"/>
          </a:xfrm>
          <a:prstGeom prst="roundRect">
            <a:avLst>
              <a:gd name="adj" fmla="val 3555"/>
            </a:avLst>
          </a:prstGeom>
          <a:solidFill>
            <a:srgbClr val="16294A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9344939" y="2788920"/>
            <a:ext cx="274320" cy="27432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2" name="Text 27"/>
          <p:cNvSpPr/>
          <p:nvPr/>
        </p:nvSpPr>
        <p:spPr>
          <a:xfrm>
            <a:off x="9344939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10228821" y="32461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F3A63"/>
          </a:solidFill>
          <a:ln/>
        </p:spPr>
      </p:sp>
      <p:pic>
        <p:nvPicPr>
          <p:cNvPr id="34" name="Image 3" descr="icon_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1973" y="3319272"/>
            <a:ext cx="292608" cy="29260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344939" y="3831336"/>
            <a:ext cx="22066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7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enters a market you'll never see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9344939" y="4434840"/>
            <a:ext cx="22066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C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feeds a data broker industry worth more than $300 billion. </a:t>
            </a:r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6C8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(2025 market estimate)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57200" y="587044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50" b="1" i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this happens because you did something wrong. It happens because one click was designed to be effortless, and everything after it was designed to stay invisible.</a:t>
            </a:r>
            <a:endParaRPr lang="en-US" sz="1550" dirty="0"/>
          </a:p>
        </p:txBody>
      </p:sp>
      <p:sp>
        <p:nvSpPr>
          <p:cNvPr id="38" name="Text 32"/>
          <p:cNvSpPr/>
          <p:nvPr/>
        </p:nvSpPr>
        <p:spPr>
          <a:xfrm>
            <a:off x="457200" y="6528816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3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Deloitte consumer survey  •  2021 privacy policy readability study  •  HTTP Archive 2025 Web Almanac  •  2025 data broker market estimate (Fortune Business Insights)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2026-07-21T19:48:38Z</dcterms:created>
  <dcterms:modified xsi:type="dcterms:W3CDTF">2026-07-21T19:48:38Z</dcterms:modified>
</cp:coreProperties>
</file>