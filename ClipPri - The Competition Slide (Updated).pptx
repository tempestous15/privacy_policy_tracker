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75488" y="914400"/>
            <a:ext cx="457200" cy="36576"/>
          </a:xfrm>
          <a:prstGeom prst="rect">
            <a:avLst/>
          </a:prstGeom>
          <a:solidFill>
            <a:srgbClr val="2536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one built to detect, explain, and act, all in one place.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468880" y="1572768"/>
            <a:ext cx="1459992" cy="841248"/>
          </a:xfrm>
          <a:prstGeom prst="roundRect">
            <a:avLst>
              <a:gd name="adj" fmla="val 9783"/>
            </a:avLst>
          </a:prstGeom>
          <a:solidFill>
            <a:srgbClr val="2B63D4"/>
          </a:solidFill>
          <a:ln/>
        </p:spPr>
      </p:sp>
      <p:pic>
        <p:nvPicPr>
          <p:cNvPr id="6" name="Image 0" descr="icon_w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1716" y="1682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96312" y="1993392"/>
            <a:ext cx="1405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private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020312" y="1572768"/>
            <a:ext cx="1459992" cy="841248"/>
          </a:xfrm>
          <a:prstGeom prst="roundRect">
            <a:avLst>
              <a:gd name="adj" fmla="val 9783"/>
            </a:avLst>
          </a:prstGeom>
          <a:solidFill>
            <a:srgbClr val="2B63D4"/>
          </a:solidFill>
          <a:ln/>
        </p:spPr>
      </p:sp>
      <p:pic>
        <p:nvPicPr>
          <p:cNvPr id="9" name="Image 1" descr="icon_w_findin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16824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47744" y="1993392"/>
            <a:ext cx="1405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571744" y="1572768"/>
            <a:ext cx="1459992" cy="841248"/>
          </a:xfrm>
          <a:prstGeom prst="roundRect">
            <a:avLst>
              <a:gd name="adj" fmla="val 9783"/>
            </a:avLst>
          </a:prstGeom>
          <a:solidFill>
            <a:srgbClr val="2B63D4"/>
          </a:solidFill>
          <a:ln/>
        </p:spPr>
      </p:sp>
      <p:pic>
        <p:nvPicPr>
          <p:cNvPr id="12" name="Image 2" descr="icon_w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580" y="168249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99176" y="1993392"/>
            <a:ext cx="1405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7123176" y="1572768"/>
            <a:ext cx="1459992" cy="841248"/>
          </a:xfrm>
          <a:prstGeom prst="roundRect">
            <a:avLst>
              <a:gd name="adj" fmla="val 9783"/>
            </a:avLst>
          </a:prstGeom>
          <a:solidFill>
            <a:srgbClr val="2B63D4"/>
          </a:solidFill>
          <a:ln/>
        </p:spPr>
      </p:sp>
      <p:pic>
        <p:nvPicPr>
          <p:cNvPr id="15" name="Image 3" descr="icon_w_sens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012" y="168249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50608" y="1993392"/>
            <a:ext cx="1405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tracker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8674608" y="1572768"/>
            <a:ext cx="1459992" cy="841248"/>
          </a:xfrm>
          <a:prstGeom prst="roundRect">
            <a:avLst>
              <a:gd name="adj" fmla="val 9783"/>
            </a:avLst>
          </a:prstGeom>
          <a:solidFill>
            <a:srgbClr val="2B63D4"/>
          </a:solidFill>
          <a:ln/>
        </p:spPr>
      </p:sp>
      <p:pic>
        <p:nvPicPr>
          <p:cNvPr id="18" name="Image 4" descr="icon_w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7444" y="168249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02040" y="1993392"/>
            <a:ext cx="1405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protection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10226040" y="1572768"/>
            <a:ext cx="1459992" cy="841248"/>
          </a:xfrm>
          <a:prstGeom prst="roundRect">
            <a:avLst>
              <a:gd name="adj" fmla="val 9783"/>
            </a:avLst>
          </a:prstGeom>
          <a:solidFill>
            <a:srgbClr val="2B63D4"/>
          </a:solidFill>
          <a:ln/>
        </p:spPr>
      </p:sp>
      <p:pic>
        <p:nvPicPr>
          <p:cNvPr id="21" name="Image 5" descr="icon_w_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8876" y="1682496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253472" y="1993392"/>
            <a:ext cx="1405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site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402336" y="2450592"/>
            <a:ext cx="11384280" cy="512064"/>
          </a:xfrm>
          <a:prstGeom prst="roundRect">
            <a:avLst>
              <a:gd name="adj" fmla="val 12500"/>
            </a:avLst>
          </a:prstGeom>
          <a:solidFill>
            <a:srgbClr val="DCE9FC"/>
          </a:solidFill>
          <a:ln/>
        </p:spPr>
      </p:sp>
      <p:sp>
        <p:nvSpPr>
          <p:cNvPr id="24" name="Shape 16"/>
          <p:cNvSpPr/>
          <p:nvPr/>
        </p:nvSpPr>
        <p:spPr>
          <a:xfrm>
            <a:off x="402336" y="2450592"/>
            <a:ext cx="54864" cy="512064"/>
          </a:xfrm>
          <a:prstGeom prst="rect">
            <a:avLst/>
          </a:prstGeom>
          <a:solidFill>
            <a:srgbClr val="2536DC"/>
          </a:solidFill>
          <a:ln/>
        </p:spPr>
      </p:sp>
      <p:sp>
        <p:nvSpPr>
          <p:cNvPr id="25" name="Text 17"/>
          <p:cNvSpPr/>
          <p:nvPr/>
        </p:nvSpPr>
        <p:spPr>
          <a:xfrm>
            <a:off x="512064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ClipPri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3070860" y="2587752"/>
            <a:ext cx="256032" cy="256032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27" name="Text 19"/>
          <p:cNvSpPr/>
          <p:nvPr/>
        </p:nvSpPr>
        <p:spPr>
          <a:xfrm>
            <a:off x="307086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622292" y="2587752"/>
            <a:ext cx="256032" cy="256032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29" name="Text 21"/>
          <p:cNvSpPr/>
          <p:nvPr/>
        </p:nvSpPr>
        <p:spPr>
          <a:xfrm>
            <a:off x="4622292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173724" y="2587752"/>
            <a:ext cx="256032" cy="256032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1" name="Text 23"/>
          <p:cNvSpPr/>
          <p:nvPr/>
        </p:nvSpPr>
        <p:spPr>
          <a:xfrm>
            <a:off x="6173724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7725156" y="2587752"/>
            <a:ext cx="256032" cy="256032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3" name="Text 25"/>
          <p:cNvSpPr/>
          <p:nvPr/>
        </p:nvSpPr>
        <p:spPr>
          <a:xfrm>
            <a:off x="7725156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276588" y="2587752"/>
            <a:ext cx="256032" cy="256032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5" name="Text 27"/>
          <p:cNvSpPr/>
          <p:nvPr/>
        </p:nvSpPr>
        <p:spPr>
          <a:xfrm>
            <a:off x="927658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10828020" y="2587752"/>
            <a:ext cx="256032" cy="256032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7" name="Text 29"/>
          <p:cNvSpPr/>
          <p:nvPr/>
        </p:nvSpPr>
        <p:spPr>
          <a:xfrm>
            <a:off x="1082802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57200" y="2962656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12064" y="29809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 Summarizer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4622292" y="3099816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41" name="Text 33"/>
          <p:cNvSpPr/>
          <p:nvPr/>
        </p:nvSpPr>
        <p:spPr>
          <a:xfrm>
            <a:off x="4622292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173724" y="3099816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43" name="Text 35"/>
          <p:cNvSpPr/>
          <p:nvPr/>
        </p:nvSpPr>
        <p:spPr>
          <a:xfrm>
            <a:off x="6173724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10828020" y="3099816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45" name="Text 37"/>
          <p:cNvSpPr/>
          <p:nvPr/>
        </p:nvSpPr>
        <p:spPr>
          <a:xfrm>
            <a:off x="1082802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457200" y="3474720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12064" y="3493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S&amp;S Summarizer</a:t>
            </a:r>
            <a:endParaRPr lang="en-US" sz="1250" dirty="0"/>
          </a:p>
        </p:txBody>
      </p:sp>
      <p:sp>
        <p:nvSpPr>
          <p:cNvPr id="48" name="Shape 40"/>
          <p:cNvSpPr/>
          <p:nvPr/>
        </p:nvSpPr>
        <p:spPr>
          <a:xfrm>
            <a:off x="4622292" y="3611880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49" name="Text 41"/>
          <p:cNvSpPr/>
          <p:nvPr/>
        </p:nvSpPr>
        <p:spPr>
          <a:xfrm>
            <a:off x="4622292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6173724" y="3611880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1" name="Text 43"/>
          <p:cNvSpPr/>
          <p:nvPr/>
        </p:nvSpPr>
        <p:spPr>
          <a:xfrm>
            <a:off x="6173724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10828020" y="3611880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3" name="Text 45"/>
          <p:cNvSpPr/>
          <p:nvPr/>
        </p:nvSpPr>
        <p:spPr>
          <a:xfrm>
            <a:off x="1082802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457200" y="3986784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512064" y="4005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ToS;DR</a:t>
            </a:r>
            <a:endParaRPr lang="en-US" sz="1250" dirty="0"/>
          </a:p>
        </p:txBody>
      </p:sp>
      <p:sp>
        <p:nvSpPr>
          <p:cNvPr id="56" name="Shape 48"/>
          <p:cNvSpPr/>
          <p:nvPr/>
        </p:nvSpPr>
        <p:spPr>
          <a:xfrm>
            <a:off x="6173724" y="4123944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7" name="Text 49"/>
          <p:cNvSpPr/>
          <p:nvPr/>
        </p:nvSpPr>
        <p:spPr>
          <a:xfrm>
            <a:off x="6173724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457200" y="4498848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512064" y="45171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Polirizer</a:t>
            </a:r>
            <a:endParaRPr lang="en-US" sz="1250" dirty="0"/>
          </a:p>
        </p:txBody>
      </p:sp>
      <p:sp>
        <p:nvSpPr>
          <p:cNvPr id="60" name="Shape 52"/>
          <p:cNvSpPr/>
          <p:nvPr/>
        </p:nvSpPr>
        <p:spPr>
          <a:xfrm>
            <a:off x="4622292" y="4636008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1" name="Text 53"/>
          <p:cNvSpPr/>
          <p:nvPr/>
        </p:nvSpPr>
        <p:spPr>
          <a:xfrm>
            <a:off x="4622292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10828020" y="4636008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3" name="Text 55"/>
          <p:cNvSpPr/>
          <p:nvPr/>
        </p:nvSpPr>
        <p:spPr>
          <a:xfrm>
            <a:off x="1082802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457200" y="5010912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512064" y="5029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Ghostery</a:t>
            </a:r>
            <a:endParaRPr lang="en-US" sz="1250" dirty="0"/>
          </a:p>
        </p:txBody>
      </p:sp>
      <p:sp>
        <p:nvSpPr>
          <p:cNvPr id="66" name="Shape 58"/>
          <p:cNvSpPr/>
          <p:nvPr/>
        </p:nvSpPr>
        <p:spPr>
          <a:xfrm>
            <a:off x="3070860" y="5148072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7" name="Text 59"/>
          <p:cNvSpPr/>
          <p:nvPr/>
        </p:nvSpPr>
        <p:spPr>
          <a:xfrm>
            <a:off x="3070860" y="5148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7725156" y="5148072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9" name="Text 61"/>
          <p:cNvSpPr/>
          <p:nvPr/>
        </p:nvSpPr>
        <p:spPr>
          <a:xfrm>
            <a:off x="7725156" y="5148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0" name="Shape 62"/>
          <p:cNvSpPr/>
          <p:nvPr/>
        </p:nvSpPr>
        <p:spPr>
          <a:xfrm>
            <a:off x="9276588" y="5148072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1" name="Text 63"/>
          <p:cNvSpPr/>
          <p:nvPr/>
        </p:nvSpPr>
        <p:spPr>
          <a:xfrm>
            <a:off x="9276588" y="5148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Shape 64"/>
          <p:cNvSpPr/>
          <p:nvPr/>
        </p:nvSpPr>
        <p:spPr>
          <a:xfrm>
            <a:off x="10828020" y="5148072"/>
            <a:ext cx="256032" cy="256032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3" name="Text 65"/>
          <p:cNvSpPr/>
          <p:nvPr/>
        </p:nvSpPr>
        <p:spPr>
          <a:xfrm>
            <a:off x="10828020" y="5148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4" name="Text 66"/>
          <p:cNvSpPr/>
          <p:nvPr/>
        </p:nvSpPr>
        <p:spPr>
          <a:xfrm>
            <a:off x="457200" y="5705856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 based on each competitor's published product listings (Chrome Web Store, extension sites) as of July 2026.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2026-07-22T13:34:44Z</dcterms:created>
  <dcterms:modified xsi:type="dcterms:W3CDTF">2026-07-22T13:34:44Z</dcterms:modified>
</cp:coreProperties>
</file>