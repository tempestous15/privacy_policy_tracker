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AE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FAMILIAR MOMENT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1426464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7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cookie banner interrupts your checkout. You tap Accept without reading, because everyone does, because it was built that way.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542032"/>
            <a:ext cx="6949440" cy="0"/>
          </a:xfrm>
          <a:prstGeom prst="line">
            <a:avLst/>
          </a:prstGeom>
          <a:noFill/>
          <a:ln w="12700">
            <a:solidFill>
              <a:srgbClr val="2743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5176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what that single tap sets in motion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62656"/>
            <a:ext cx="310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" y="2907792"/>
            <a:ext cx="6528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7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tap Accept in seconds.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AE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91% of us do, without reading a word of what we just agreed 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6949440" cy="0"/>
          </a:xfrm>
          <a:prstGeom prst="line">
            <a:avLst/>
          </a:prstGeom>
          <a:noFill/>
          <a:ln w="9525">
            <a:solidFill>
              <a:srgbClr val="2743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57600"/>
            <a:ext cx="310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" y="3602736"/>
            <a:ext cx="6528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7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policy was never meant to be read.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AE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everything you agree to in a year and it costs about ten work weeks, more than 400 hours.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61104"/>
            <a:ext cx="6949440" cy="0"/>
          </a:xfrm>
          <a:prstGeom prst="line">
            <a:avLst/>
          </a:prstGeom>
          <a:noFill/>
          <a:ln w="9525">
            <a:solidFill>
              <a:srgbClr val="2743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52544"/>
            <a:ext cx="310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" y="4297680"/>
            <a:ext cx="6528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7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Trackers start watching immediately.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AE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three out of four pages, often before you've finished scrolling past the headline.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956048"/>
            <a:ext cx="6949440" cy="0"/>
          </a:xfrm>
          <a:prstGeom prst="line">
            <a:avLst/>
          </a:prstGeom>
          <a:noFill/>
          <a:ln w="9525">
            <a:solidFill>
              <a:srgbClr val="2743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047488"/>
            <a:ext cx="310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7824" y="4992624"/>
            <a:ext cx="6528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7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enters a market you'll never see.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AE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now worth more than $300 billion, built on details like yours.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18120" y="1426464"/>
            <a:ext cx="457200" cy="0"/>
          </a:xfrm>
          <a:prstGeom prst="line">
            <a:avLst/>
          </a:prstGeom>
          <a:noFill/>
          <a:ln w="25400">
            <a:solidFill>
              <a:srgbClr val="F5B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148840"/>
            <a:ext cx="3913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$300B+</a:t>
            </a:r>
            <a:endParaRPr lang="en-US" sz="8200" dirty="0"/>
          </a:p>
        </p:txBody>
      </p:sp>
      <p:sp>
        <p:nvSpPr>
          <p:cNvPr id="20" name="Text 18"/>
          <p:cNvSpPr/>
          <p:nvPr/>
        </p:nvSpPr>
        <p:spPr>
          <a:xfrm>
            <a:off x="7818120" y="3611880"/>
            <a:ext cx="3639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economy built on details like yours, and on privacy policies almost nobody reads.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818120" y="4892040"/>
            <a:ext cx="3639312" cy="0"/>
          </a:xfrm>
          <a:prstGeom prst="line">
            <a:avLst/>
          </a:prstGeom>
          <a:noFill/>
          <a:ln w="12700">
            <a:solidFill>
              <a:srgbClr val="2743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4992624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data broker market, 2025 (Fortune Business Insights).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57790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happens because you did something wrong.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happens because the click was designed to be effortless, and everything after it was designed to stay invisible.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16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Deloitte consumer survey · 2021 privacy policy readability study · HTTP Archive 2025 Web Almanac · Fortune Business Insights 2025 data broker market report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2026-07-22T13:11:05Z</dcterms:created>
  <dcterms:modified xsi:type="dcterms:W3CDTF">2026-07-22T13:11:05Z</dcterms:modified>
</cp:coreProperties>
</file>