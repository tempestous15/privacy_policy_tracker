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BE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75488" y="1069848"/>
            <a:ext cx="502920" cy="41148"/>
          </a:xfrm>
          <a:prstGeom prst="rect">
            <a:avLst/>
          </a:prstGeom>
          <a:solidFill>
            <a:srgbClr val="2536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C4D6FA"/>
          </a:solidFill>
          <a:ln/>
        </p:spPr>
      </p:sp>
      <p:pic>
        <p:nvPicPr>
          <p:cNvPr id="5" name="Image 0" descr="icon_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325880"/>
            <a:ext cx="470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3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At-a-glance risk status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207008" y="1682496"/>
            <a:ext cx="470596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color-coded line combines everything we find, so you know if a site's worth worrying about in about a second — before you dig into any detail.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C4D6FA"/>
          </a:solidFill>
          <a:ln/>
        </p:spPr>
      </p:sp>
      <p:pic>
        <p:nvPicPr>
          <p:cNvPr id="9" name="Image 1" descr="icon_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456" y="14813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28536" y="1325880"/>
            <a:ext cx="470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3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Two-channel risk analysis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028536" y="1682496"/>
            <a:ext cx="470596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what a site's policy claims against what's actually happening on the page. Disclosed and Observed risk, shown side by side — never blended into one fuzzy score.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13029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C4D6FA"/>
          </a:solidFill>
          <a:ln/>
        </p:spPr>
      </p:sp>
      <p:pic>
        <p:nvPicPr>
          <p:cNvPr id="13" name="Image 2" descr="icon_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24002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3084576"/>
            <a:ext cx="470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3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explain, not just detect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207008" y="3441192"/>
            <a:ext cx="470596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on-device AI summary turns dense legal text into plain English, and inline glossary tooltips define technical terms the moment they come up. No black-box scores.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78728" y="313029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C4D6FA"/>
          </a:solidFill>
          <a:ln/>
        </p:spPr>
      </p:sp>
      <p:pic>
        <p:nvPicPr>
          <p:cNvPr id="17" name="Image 3" descr="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456" y="3240024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28536" y="3084576"/>
            <a:ext cx="470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3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Real, tiered protection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7028536" y="3441192"/>
            <a:ext cx="470596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detected tracker gets a specific recommendation: block it, follow a verified opt-out link, or an honest explanation. Nothing runs without your confirmation.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488899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C4D6FA"/>
          </a:solidFill>
          <a:ln/>
        </p:spPr>
      </p:sp>
      <p:pic>
        <p:nvPicPr>
          <p:cNvPr id="21" name="Image 4" descr="icon_slid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99872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07008" y="4843272"/>
            <a:ext cx="470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3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Customizable to your concerns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1207008" y="5199888"/>
            <a:ext cx="470596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 profiles — ad tracking, data brokers, social — tune what gets recommended, with an advanced view for granular, per-category control.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278728" y="488899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C4D6FA"/>
          </a:solidFill>
          <a:ln/>
        </p:spPr>
      </p:sp>
      <p:pic>
        <p:nvPicPr>
          <p:cNvPr id="25" name="Image 5" descr="icon_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8456" y="499872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28536" y="4843272"/>
            <a:ext cx="470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3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by design</a:t>
            </a:r>
            <a:endParaRPr lang="en-US" sz="1550" dirty="0"/>
          </a:p>
        </p:txBody>
      </p:sp>
      <p:sp>
        <p:nvSpPr>
          <p:cNvPr id="27" name="Text 19"/>
          <p:cNvSpPr/>
          <p:nvPr/>
        </p:nvSpPr>
        <p:spPr>
          <a:xfrm>
            <a:off x="7028536" y="5199888"/>
            <a:ext cx="470596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Scanning, AI summaries, and protection actions all run and stay on your device. No account, no server logging — nothing about what you've scanned ever leaves your browser.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2026-07-21T19:35:37Z</dcterms:created>
  <dcterms:modified xsi:type="dcterms:W3CDTF">2026-07-21T19:35:37Z</dcterms:modified>
</cp:coreProperties>
</file>