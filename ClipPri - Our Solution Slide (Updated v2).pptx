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E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75488" y="1069848"/>
            <a:ext cx="502920" cy="41148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5331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00904" y="157276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6" name="Text 4"/>
          <p:cNvSpPr/>
          <p:nvPr/>
        </p:nvSpPr>
        <p:spPr>
          <a:xfrm>
            <a:off x="5400904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" y="159105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8" name="Image 0" descr="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824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56362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risk status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94944" y="219456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color-coded line combines everything we find. You'll know if a site is worth worrying about in about a second, before digging into any detail.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8728" y="135331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222431" y="157276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13" name="Text 10"/>
          <p:cNvSpPr/>
          <p:nvPr/>
        </p:nvSpPr>
        <p:spPr>
          <a:xfrm>
            <a:off x="11222431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16472" y="159105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15" name="Image 1" descr="icon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8249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8264" y="156362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Two-channel risk analysis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16472" y="219456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what a site's policy claims against what's actually happening on the page. Disclosed and Observed risk are shown side by side, never blended into one fuzzy score.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15163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00904" y="337108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400904" y="3371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94944" y="338937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22" name="Image 2" descr="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48081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16736" y="336194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explain, not just detect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94944" y="399288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on-device AI summary turns dense legal text into plain English. Inline glossary tooltips define technical terms the moment they come up, with no black-box scores.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78728" y="315163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1222431" y="337108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27" name="Text 22"/>
          <p:cNvSpPr/>
          <p:nvPr/>
        </p:nvSpPr>
        <p:spPr>
          <a:xfrm>
            <a:off x="11222431" y="3371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16472" y="338937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29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348081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38264" y="336194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tiered protection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516472" y="399288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detected tracker gets a specific recommendation: block it, follow a verified opt-out link, or get an honest explanation. Nothing runs without your confirmation.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494995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00904" y="516940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34" name="Text 28"/>
          <p:cNvSpPr/>
          <p:nvPr/>
        </p:nvSpPr>
        <p:spPr>
          <a:xfrm>
            <a:off x="5400904" y="5169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94944" y="518769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36" name="Image 4" descr="icon_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279136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16736" y="516026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to your concerns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694944" y="579120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profiles for ad tracking, data brokers, and social tune what gets recommended. An advanced view offers granular, per-category control.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278728" y="4949952"/>
            <a:ext cx="5455768" cy="1542288"/>
          </a:xfrm>
          <a:prstGeom prst="roundRect">
            <a:avLst>
              <a:gd name="adj" fmla="val 5929"/>
            </a:avLst>
          </a:prstGeom>
          <a:solidFill>
            <a:srgbClr val="FEFDF8"/>
          </a:solidFill>
          <a:ln w="12700">
            <a:solidFill>
              <a:srgbClr val="E7E2D6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1222431" y="5169408"/>
            <a:ext cx="274320" cy="274320"/>
          </a:xfrm>
          <a:prstGeom prst="ellipse">
            <a:avLst/>
          </a:prstGeom>
          <a:solidFill>
            <a:srgbClr val="EDE9DC"/>
          </a:solidFill>
          <a:ln/>
        </p:spPr>
      </p:sp>
      <p:sp>
        <p:nvSpPr>
          <p:cNvPr id="41" name="Text 34"/>
          <p:cNvSpPr/>
          <p:nvPr/>
        </p:nvSpPr>
        <p:spPr>
          <a:xfrm>
            <a:off x="11222431" y="5169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516472" y="5187696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C4D6FA"/>
          </a:solidFill>
          <a:ln/>
        </p:spPr>
      </p:sp>
      <p:pic>
        <p:nvPicPr>
          <p:cNvPr id="43" name="Image 5" descr="icon_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12" y="5279136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138264" y="516026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6516472" y="5791200"/>
            <a:ext cx="4980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Scanning, AI summaries, and protection actions all run and stay on your device. There's no account and no server logging, so nothing you've scanned ever leaves your browser.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2026-07-21T19:38:57Z</dcterms:created>
  <dcterms:modified xsi:type="dcterms:W3CDTF">2026-07-21T19:38:57Z</dcterms:modified>
</cp:coreProperties>
</file>