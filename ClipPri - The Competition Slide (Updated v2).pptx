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0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75488" y="841248"/>
            <a:ext cx="438912" cy="36576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one built to detect, explain, and act, all in one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1428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6" name="Image 0" descr="icon_w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370" y="15453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private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3637353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9" name="Image 1" descr="icon_w_findin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295" y="15453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1925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70" dirty="0"/>
          </a:p>
        </p:txBody>
      </p:sp>
      <p:sp>
        <p:nvSpPr>
          <p:cNvPr id="11" name="Shape 7"/>
          <p:cNvSpPr/>
          <p:nvPr/>
        </p:nvSpPr>
        <p:spPr>
          <a:xfrm>
            <a:off x="4993277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2" name="Image 2" descr="icon_w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219" y="15453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97849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70" dirty="0"/>
          </a:p>
        </p:txBody>
      </p:sp>
      <p:sp>
        <p:nvSpPr>
          <p:cNvPr id="14" name="Shape 9"/>
          <p:cNvSpPr/>
          <p:nvPr/>
        </p:nvSpPr>
        <p:spPr>
          <a:xfrm>
            <a:off x="6349202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5" name="Image 3" descr="icon_w_se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54533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3774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tracker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70" dirty="0"/>
          </a:p>
        </p:txBody>
      </p:sp>
      <p:sp>
        <p:nvSpPr>
          <p:cNvPr id="17" name="Shape 11"/>
          <p:cNvSpPr/>
          <p:nvPr/>
        </p:nvSpPr>
        <p:spPr>
          <a:xfrm>
            <a:off x="7705126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8" name="Image 4" descr="icon_w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069" y="154533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09698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protection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70" dirty="0"/>
          </a:p>
        </p:txBody>
      </p:sp>
      <p:sp>
        <p:nvSpPr>
          <p:cNvPr id="20" name="Shape 13"/>
          <p:cNvSpPr/>
          <p:nvPr/>
        </p:nvSpPr>
        <p:spPr>
          <a:xfrm>
            <a:off x="9061051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21" name="Image 5" descr="icon_w_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993" y="154533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065623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site</a:t>
            </a:r>
            <a:endParaRPr lang="en-US" sz="870" dirty="0"/>
          </a:p>
        </p:txBody>
      </p:sp>
      <p:sp>
        <p:nvSpPr>
          <p:cNvPr id="23" name="Shape 15"/>
          <p:cNvSpPr/>
          <p:nvPr/>
        </p:nvSpPr>
        <p:spPr>
          <a:xfrm>
            <a:off x="10416975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24" name="Image 6" descr="icon_w_beginn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4918" y="154533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421547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privacy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needed</a:t>
            </a:r>
            <a:endParaRPr lang="en-US" sz="870" dirty="0"/>
          </a:p>
        </p:txBody>
      </p:sp>
      <p:sp>
        <p:nvSpPr>
          <p:cNvPr id="26" name="Shape 17"/>
          <p:cNvSpPr/>
          <p:nvPr/>
        </p:nvSpPr>
        <p:spPr>
          <a:xfrm>
            <a:off x="402336" y="2313432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DCE9FC"/>
          </a:solidFill>
          <a:ln/>
        </p:spPr>
      </p:sp>
      <p:sp>
        <p:nvSpPr>
          <p:cNvPr id="27" name="Shape 18"/>
          <p:cNvSpPr/>
          <p:nvPr/>
        </p:nvSpPr>
        <p:spPr>
          <a:xfrm>
            <a:off x="402336" y="2313432"/>
            <a:ext cx="54864" cy="457200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28" name="Text 19"/>
          <p:cNvSpPr/>
          <p:nvPr/>
        </p:nvSpPr>
        <p:spPr>
          <a:xfrm>
            <a:off x="512064" y="23317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ClipPri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2803942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0" name="Text 21"/>
          <p:cNvSpPr/>
          <p:nvPr/>
        </p:nvSpPr>
        <p:spPr>
          <a:xfrm>
            <a:off x="2803942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159867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2" name="Text 23"/>
          <p:cNvSpPr/>
          <p:nvPr/>
        </p:nvSpPr>
        <p:spPr>
          <a:xfrm>
            <a:off x="4159867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515791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4" name="Text 25"/>
          <p:cNvSpPr/>
          <p:nvPr/>
        </p:nvSpPr>
        <p:spPr>
          <a:xfrm>
            <a:off x="5515791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871716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6" name="Text 27"/>
          <p:cNvSpPr/>
          <p:nvPr/>
        </p:nvSpPr>
        <p:spPr>
          <a:xfrm>
            <a:off x="6871716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227641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8" name="Text 29"/>
          <p:cNvSpPr/>
          <p:nvPr/>
        </p:nvSpPr>
        <p:spPr>
          <a:xfrm>
            <a:off x="8227641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583565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40" name="Text 31"/>
          <p:cNvSpPr/>
          <p:nvPr/>
        </p:nvSpPr>
        <p:spPr>
          <a:xfrm>
            <a:off x="9583565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10939490" y="2436876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42" name="Text 33"/>
          <p:cNvSpPr/>
          <p:nvPr/>
        </p:nvSpPr>
        <p:spPr>
          <a:xfrm>
            <a:off x="10939490" y="2436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57200" y="27706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12064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 Summarizer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4159867" y="2894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6" name="Text 37"/>
          <p:cNvSpPr/>
          <p:nvPr/>
        </p:nvSpPr>
        <p:spPr>
          <a:xfrm>
            <a:off x="4159867" y="2894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5515791" y="2894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8" name="Text 39"/>
          <p:cNvSpPr/>
          <p:nvPr/>
        </p:nvSpPr>
        <p:spPr>
          <a:xfrm>
            <a:off x="5515791" y="2894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9583565" y="2894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0" name="Text 41"/>
          <p:cNvSpPr/>
          <p:nvPr/>
        </p:nvSpPr>
        <p:spPr>
          <a:xfrm>
            <a:off x="9583565" y="2894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457200" y="32278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512064" y="3246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ToS;DR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5515791" y="33512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4" name="Text 45"/>
          <p:cNvSpPr/>
          <p:nvPr/>
        </p:nvSpPr>
        <p:spPr>
          <a:xfrm>
            <a:off x="5515791" y="33512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457200" y="36850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512064" y="37033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Polirizer</a:t>
            </a:r>
            <a:endParaRPr lang="en-US" sz="1150" dirty="0"/>
          </a:p>
        </p:txBody>
      </p:sp>
      <p:sp>
        <p:nvSpPr>
          <p:cNvPr id="57" name="Shape 48"/>
          <p:cNvSpPr/>
          <p:nvPr/>
        </p:nvSpPr>
        <p:spPr>
          <a:xfrm>
            <a:off x="4159867" y="38084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8" name="Text 49"/>
          <p:cNvSpPr/>
          <p:nvPr/>
        </p:nvSpPr>
        <p:spPr>
          <a:xfrm>
            <a:off x="4159867" y="38084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9583565" y="38084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0" name="Text 51"/>
          <p:cNvSpPr/>
          <p:nvPr/>
        </p:nvSpPr>
        <p:spPr>
          <a:xfrm>
            <a:off x="9583565" y="38084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10939490" y="38084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2" name="Text 53"/>
          <p:cNvSpPr/>
          <p:nvPr/>
        </p:nvSpPr>
        <p:spPr>
          <a:xfrm>
            <a:off x="10939490" y="38084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3" name="Shape 54"/>
          <p:cNvSpPr/>
          <p:nvPr/>
        </p:nvSpPr>
        <p:spPr>
          <a:xfrm>
            <a:off x="457200" y="41422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512064" y="41605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Ghostery</a:t>
            </a:r>
            <a:endParaRPr lang="en-US" sz="1150" dirty="0"/>
          </a:p>
        </p:txBody>
      </p:sp>
      <p:sp>
        <p:nvSpPr>
          <p:cNvPr id="65" name="Shape 56"/>
          <p:cNvSpPr/>
          <p:nvPr/>
        </p:nvSpPr>
        <p:spPr>
          <a:xfrm>
            <a:off x="2803942" y="42656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6" name="Text 57"/>
          <p:cNvSpPr/>
          <p:nvPr/>
        </p:nvSpPr>
        <p:spPr>
          <a:xfrm>
            <a:off x="2803942" y="42656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6871716" y="42656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8" name="Text 59"/>
          <p:cNvSpPr/>
          <p:nvPr/>
        </p:nvSpPr>
        <p:spPr>
          <a:xfrm>
            <a:off x="6871716" y="42656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0"/>
          <p:cNvSpPr/>
          <p:nvPr/>
        </p:nvSpPr>
        <p:spPr>
          <a:xfrm>
            <a:off x="8227641" y="42656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0" name="Text 61"/>
          <p:cNvSpPr/>
          <p:nvPr/>
        </p:nvSpPr>
        <p:spPr>
          <a:xfrm>
            <a:off x="8227641" y="42656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Shape 62"/>
          <p:cNvSpPr/>
          <p:nvPr/>
        </p:nvSpPr>
        <p:spPr>
          <a:xfrm>
            <a:off x="9583565" y="42656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2" name="Text 63"/>
          <p:cNvSpPr/>
          <p:nvPr/>
        </p:nvSpPr>
        <p:spPr>
          <a:xfrm>
            <a:off x="9583565" y="42656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64"/>
          <p:cNvSpPr/>
          <p:nvPr/>
        </p:nvSpPr>
        <p:spPr>
          <a:xfrm>
            <a:off x="457200" y="45994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512064" y="46177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</a:t>
            </a:r>
            <a:endParaRPr lang="en-US" sz="1150" dirty="0"/>
          </a:p>
        </p:txBody>
      </p:sp>
      <p:sp>
        <p:nvSpPr>
          <p:cNvPr id="75" name="Shape 66"/>
          <p:cNvSpPr/>
          <p:nvPr/>
        </p:nvSpPr>
        <p:spPr>
          <a:xfrm>
            <a:off x="2803942" y="47228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6" name="Text 67"/>
          <p:cNvSpPr/>
          <p:nvPr/>
        </p:nvSpPr>
        <p:spPr>
          <a:xfrm>
            <a:off x="2803942" y="4722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Shape 68"/>
          <p:cNvSpPr/>
          <p:nvPr/>
        </p:nvSpPr>
        <p:spPr>
          <a:xfrm>
            <a:off x="6871716" y="47228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8" name="Text 69"/>
          <p:cNvSpPr/>
          <p:nvPr/>
        </p:nvSpPr>
        <p:spPr>
          <a:xfrm>
            <a:off x="6871716" y="4722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9" name="Shape 70"/>
          <p:cNvSpPr/>
          <p:nvPr/>
        </p:nvSpPr>
        <p:spPr>
          <a:xfrm>
            <a:off x="8227641" y="47228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0" name="Text 71"/>
          <p:cNvSpPr/>
          <p:nvPr/>
        </p:nvSpPr>
        <p:spPr>
          <a:xfrm>
            <a:off x="8227641" y="4722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2"/>
          <p:cNvSpPr/>
          <p:nvPr/>
        </p:nvSpPr>
        <p:spPr>
          <a:xfrm>
            <a:off x="9583565" y="47228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2" name="Text 73"/>
          <p:cNvSpPr/>
          <p:nvPr/>
        </p:nvSpPr>
        <p:spPr>
          <a:xfrm>
            <a:off x="9583565" y="47228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Shape 74"/>
          <p:cNvSpPr/>
          <p:nvPr/>
        </p:nvSpPr>
        <p:spPr>
          <a:xfrm>
            <a:off x="457200" y="505663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512064" y="5074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Badger</a:t>
            </a:r>
            <a:endParaRPr lang="en-US" sz="1150" dirty="0"/>
          </a:p>
        </p:txBody>
      </p:sp>
      <p:sp>
        <p:nvSpPr>
          <p:cNvPr id="85" name="Shape 76"/>
          <p:cNvSpPr/>
          <p:nvPr/>
        </p:nvSpPr>
        <p:spPr>
          <a:xfrm>
            <a:off x="2803942" y="5180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6" name="Text 77"/>
          <p:cNvSpPr/>
          <p:nvPr/>
        </p:nvSpPr>
        <p:spPr>
          <a:xfrm>
            <a:off x="2803942" y="5180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7" name="Shape 78"/>
          <p:cNvSpPr/>
          <p:nvPr/>
        </p:nvSpPr>
        <p:spPr>
          <a:xfrm>
            <a:off x="6871716" y="5180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8" name="Text 79"/>
          <p:cNvSpPr/>
          <p:nvPr/>
        </p:nvSpPr>
        <p:spPr>
          <a:xfrm>
            <a:off x="6871716" y="5180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9" name="Shape 80"/>
          <p:cNvSpPr/>
          <p:nvPr/>
        </p:nvSpPr>
        <p:spPr>
          <a:xfrm>
            <a:off x="8227641" y="5180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90" name="Text 81"/>
          <p:cNvSpPr/>
          <p:nvPr/>
        </p:nvSpPr>
        <p:spPr>
          <a:xfrm>
            <a:off x="8227641" y="5180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1" name="Shape 82"/>
          <p:cNvSpPr/>
          <p:nvPr/>
        </p:nvSpPr>
        <p:spPr>
          <a:xfrm>
            <a:off x="9583565" y="518007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92" name="Text 83"/>
          <p:cNvSpPr/>
          <p:nvPr/>
        </p:nvSpPr>
        <p:spPr>
          <a:xfrm>
            <a:off x="9583565" y="51800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3" name="Text 84"/>
          <p:cNvSpPr/>
          <p:nvPr/>
        </p:nvSpPr>
        <p:spPr>
          <a:xfrm>
            <a:off x="457200" y="5660136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based on each competitor's published product listings (Chrome Web Store, extension sites) as of July 2026. "DuckDuckGo" refers to DuckDuckGo Privacy Essentials.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2026-07-22T13:53:01Z</dcterms:created>
  <dcterms:modified xsi:type="dcterms:W3CDTF">2026-07-22T13:53:01Z</dcterms:modified>
</cp:coreProperties>
</file>