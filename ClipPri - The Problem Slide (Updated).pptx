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1097280"/>
          </a:xfrm>
          <a:prstGeom prst="roundRect">
            <a:avLst>
              <a:gd name="adj" fmla="val 8333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hrs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77640" y="1234440"/>
            <a:ext cx="7436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how long it would take to read every privacy policy you agree to in a year, about ten work weeks. Almost nobody actually does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455768" cy="1769364"/>
          </a:xfrm>
          <a:prstGeom prst="roundRect">
            <a:avLst>
              <a:gd name="adj" fmla="val 5168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2843784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F3A63"/>
          </a:solidFill>
          <a:ln/>
        </p:spPr>
      </p:sp>
      <p:pic>
        <p:nvPicPr>
          <p:cNvPr id="8" name="Image 0" descr="icon_handpoi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93522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277063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4944" y="3447288"/>
            <a:ext cx="498028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sites use manipulative design that pushes you toward Accept before you've had a chance to think it through.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78728" y="2606040"/>
            <a:ext cx="5455768" cy="1769364"/>
          </a:xfrm>
          <a:prstGeom prst="roundRect">
            <a:avLst>
              <a:gd name="adj" fmla="val 5168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6472" y="2843784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F3A63"/>
          </a:solidFill>
          <a:ln/>
        </p:spPr>
      </p:sp>
      <p:pic>
        <p:nvPicPr>
          <p:cNvPr id="13" name="Image 1" descr="icon_sen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293522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8264" y="277063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516472" y="3447288"/>
            <a:ext cx="498028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webpages load at least one third-party tracker the instant they open, often with no visible disclosure.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4631436"/>
            <a:ext cx="5455768" cy="1769364"/>
          </a:xfrm>
          <a:prstGeom prst="roundRect">
            <a:avLst>
              <a:gd name="adj" fmla="val 5168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" y="4869180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F3A63"/>
          </a:solidFill>
          <a:ln/>
        </p:spPr>
      </p:sp>
      <p:pic>
        <p:nvPicPr>
          <p:cNvPr id="18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9606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16736" y="479602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$300B+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94944" y="5472684"/>
            <a:ext cx="498028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size of the data broker industry built on quietly buying, selling, and reselling personal information.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78728" y="4631436"/>
            <a:ext cx="5455768" cy="1769364"/>
          </a:xfrm>
          <a:prstGeom prst="roundRect">
            <a:avLst>
              <a:gd name="adj" fmla="val 5168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16472" y="4869180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F3A63"/>
          </a:solidFill>
          <a:ln/>
        </p:spPr>
      </p:sp>
      <p:pic>
        <p:nvPicPr>
          <p:cNvPr id="23" name="Image 3" descr="icon_check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496062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8264" y="479602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6516472" y="5472684"/>
            <a:ext cx="498028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people click Agree without reading a single word of what they just accepted.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8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Princeton/University of Chicago dark patterns study (2019)  •  HTTP Archive 2025 Web Almanac  •  Fortune Business Insights (2025)  •  Deloitte consumer survey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2026-07-21T19:45:26Z</dcterms:created>
  <dcterms:modified xsi:type="dcterms:W3CDTF">2026-07-21T19:45:26Z</dcterms:modified>
</cp:coreProperties>
</file>